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6" r:id="rId3"/>
    <p:sldId id="258" r:id="rId4"/>
    <p:sldId id="260" r:id="rId5"/>
    <p:sldId id="268" r:id="rId6"/>
    <p:sldId id="261" r:id="rId7"/>
    <p:sldId id="267" r:id="rId8"/>
    <p:sldId id="262" r:id="rId9"/>
    <p:sldId id="263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1E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Traulsen" userId="5db352b3efdc6323" providerId="LiveId" clId="{42D3B122-20D9-477B-A638-AA1767D95AF3}"/>
    <pc:docChg chg="undo custSel modSld">
      <pc:chgData name="Sven Traulsen" userId="5db352b3efdc6323" providerId="LiveId" clId="{42D3B122-20D9-477B-A638-AA1767D95AF3}" dt="2025-03-10T10:02:49.908" v="236" actId="6549"/>
      <pc:docMkLst>
        <pc:docMk/>
      </pc:docMkLst>
      <pc:sldChg chg="modSp mod">
        <pc:chgData name="Sven Traulsen" userId="5db352b3efdc6323" providerId="LiveId" clId="{42D3B122-20D9-477B-A638-AA1767D95AF3}" dt="2025-03-10T10:02:49.908" v="236" actId="6549"/>
        <pc:sldMkLst>
          <pc:docMk/>
          <pc:sldMk cId="2482569304" sldId="259"/>
        </pc:sldMkLst>
        <pc:spChg chg="mod">
          <ac:chgData name="Sven Traulsen" userId="5db352b3efdc6323" providerId="LiveId" clId="{42D3B122-20D9-477B-A638-AA1767D95AF3}" dt="2025-03-10T10:01:47.512" v="201" actId="6549"/>
          <ac:spMkLst>
            <pc:docMk/>
            <pc:sldMk cId="2482569304" sldId="259"/>
            <ac:spMk id="4" creationId="{D23EA1B6-9A64-5A90-C0FD-F998CFA753F4}"/>
          </ac:spMkLst>
        </pc:spChg>
        <pc:spChg chg="mod">
          <ac:chgData name="Sven Traulsen" userId="5db352b3efdc6323" providerId="LiveId" clId="{42D3B122-20D9-477B-A638-AA1767D95AF3}" dt="2025-03-10T10:02:33.378" v="216" actId="21"/>
          <ac:spMkLst>
            <pc:docMk/>
            <pc:sldMk cId="2482569304" sldId="259"/>
            <ac:spMk id="5" creationId="{D234848B-5E23-709E-92DF-40023343C9AD}"/>
          </ac:spMkLst>
        </pc:spChg>
        <pc:spChg chg="mod">
          <ac:chgData name="Sven Traulsen" userId="5db352b3efdc6323" providerId="LiveId" clId="{42D3B122-20D9-477B-A638-AA1767D95AF3}" dt="2025-03-10T10:02:06.302" v="209" actId="20577"/>
          <ac:spMkLst>
            <pc:docMk/>
            <pc:sldMk cId="2482569304" sldId="259"/>
            <ac:spMk id="6" creationId="{2989D364-BDA1-F365-E8EE-FC14CB9CF476}"/>
          </ac:spMkLst>
        </pc:spChg>
        <pc:spChg chg="mod">
          <ac:chgData name="Sven Traulsen" userId="5db352b3efdc6323" providerId="LiveId" clId="{42D3B122-20D9-477B-A638-AA1767D95AF3}" dt="2025-03-10T10:02:49.908" v="236" actId="6549"/>
          <ac:spMkLst>
            <pc:docMk/>
            <pc:sldMk cId="2482569304" sldId="259"/>
            <ac:spMk id="7" creationId="{9FE54DF9-6AF7-DC46-AD73-A9811D174494}"/>
          </ac:spMkLst>
        </pc:spChg>
        <pc:spChg chg="mod">
          <ac:chgData name="Sven Traulsen" userId="5db352b3efdc6323" providerId="LiveId" clId="{42D3B122-20D9-477B-A638-AA1767D95AF3}" dt="2025-03-10T10:02:45.081" v="231" actId="20577"/>
          <ac:spMkLst>
            <pc:docMk/>
            <pc:sldMk cId="2482569304" sldId="259"/>
            <ac:spMk id="8" creationId="{F20A77C0-ED3B-A037-DBA6-F8FACC0DA1CE}"/>
          </ac:spMkLst>
        </pc:spChg>
        <pc:spChg chg="mod">
          <ac:chgData name="Sven Traulsen" userId="5db352b3efdc6323" providerId="LiveId" clId="{42D3B122-20D9-477B-A638-AA1767D95AF3}" dt="2025-03-10T09:49:48.526" v="154" actId="20577"/>
          <ac:spMkLst>
            <pc:docMk/>
            <pc:sldMk cId="2482569304" sldId="259"/>
            <ac:spMk id="9" creationId="{B71836CD-14F3-8E85-208D-BA51B3490A7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667F1B-69D8-4EB6-84C5-E6F026A425C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F3B9AB-2B66-474F-8268-D6A11C7798AF}">
      <dgm:prSet/>
      <dgm:spPr/>
      <dgm:t>
        <a:bodyPr/>
        <a:lstStyle/>
        <a:p>
          <a:r>
            <a:rPr lang="de-DE" dirty="0"/>
            <a:t>Regeln und Strategie</a:t>
          </a:r>
          <a:endParaRPr lang="en-US" dirty="0"/>
        </a:p>
      </dgm:t>
    </dgm:pt>
    <dgm:pt modelId="{86D9EDFA-C8E8-4D3B-85FE-3DC2397A852A}" type="parTrans" cxnId="{83175776-11DC-4EC9-832B-40F2EB425126}">
      <dgm:prSet/>
      <dgm:spPr/>
      <dgm:t>
        <a:bodyPr/>
        <a:lstStyle/>
        <a:p>
          <a:endParaRPr lang="en-US"/>
        </a:p>
      </dgm:t>
    </dgm:pt>
    <dgm:pt modelId="{ED88785F-F404-4C91-A3C2-D8BF55D51248}" type="sibTrans" cxnId="{83175776-11DC-4EC9-832B-40F2EB425126}">
      <dgm:prSet/>
      <dgm:spPr/>
      <dgm:t>
        <a:bodyPr/>
        <a:lstStyle/>
        <a:p>
          <a:endParaRPr lang="en-US"/>
        </a:p>
      </dgm:t>
    </dgm:pt>
    <dgm:pt modelId="{80106593-2AC2-494E-97C1-8EC38CAA582C}">
      <dgm:prSet/>
      <dgm:spPr/>
      <dgm:t>
        <a:bodyPr/>
        <a:lstStyle/>
        <a:p>
          <a:r>
            <a:rPr lang="de-DE"/>
            <a:t>Spielphase</a:t>
          </a:r>
          <a:endParaRPr lang="en-US"/>
        </a:p>
      </dgm:t>
    </dgm:pt>
    <dgm:pt modelId="{C3BE9735-D113-452B-B079-ED544EBD10BF}" type="parTrans" cxnId="{23615591-3859-4A61-9D85-424B9B13334B}">
      <dgm:prSet/>
      <dgm:spPr/>
      <dgm:t>
        <a:bodyPr/>
        <a:lstStyle/>
        <a:p>
          <a:endParaRPr lang="en-US"/>
        </a:p>
      </dgm:t>
    </dgm:pt>
    <dgm:pt modelId="{3D393FAB-5050-47EE-AA0D-E9F78EB03A0C}" type="sibTrans" cxnId="{23615591-3859-4A61-9D85-424B9B13334B}">
      <dgm:prSet/>
      <dgm:spPr/>
      <dgm:t>
        <a:bodyPr/>
        <a:lstStyle/>
        <a:p>
          <a:endParaRPr lang="en-US"/>
        </a:p>
      </dgm:t>
    </dgm:pt>
    <dgm:pt modelId="{35726417-3996-4B58-B830-A39C784D5932}">
      <dgm:prSet/>
      <dgm:spPr/>
      <dgm:t>
        <a:bodyPr/>
        <a:lstStyle/>
        <a:p>
          <a:r>
            <a:rPr lang="de-DE"/>
            <a:t>Siegerermittlung und Reflexion</a:t>
          </a:r>
          <a:endParaRPr lang="en-US"/>
        </a:p>
      </dgm:t>
    </dgm:pt>
    <dgm:pt modelId="{8CA0DFA6-5CD6-4CA7-BE3B-4F037B4D8BE8}" type="parTrans" cxnId="{45956856-8989-4943-AE3B-DB0D8FAE4BF8}">
      <dgm:prSet/>
      <dgm:spPr/>
      <dgm:t>
        <a:bodyPr/>
        <a:lstStyle/>
        <a:p>
          <a:endParaRPr lang="en-US"/>
        </a:p>
      </dgm:t>
    </dgm:pt>
    <dgm:pt modelId="{57498B80-4BDB-4B5D-A84B-E02D15B781FA}" type="sibTrans" cxnId="{45956856-8989-4943-AE3B-DB0D8FAE4BF8}">
      <dgm:prSet/>
      <dgm:spPr/>
      <dgm:t>
        <a:bodyPr/>
        <a:lstStyle/>
        <a:p>
          <a:endParaRPr lang="en-US"/>
        </a:p>
      </dgm:t>
    </dgm:pt>
    <dgm:pt modelId="{1BE49A92-130D-405A-BD52-219BCEBF3256}" type="pres">
      <dgm:prSet presAssocID="{4B667F1B-69D8-4EB6-84C5-E6F026A425CC}" presName="outerComposite" presStyleCnt="0">
        <dgm:presLayoutVars>
          <dgm:chMax val="5"/>
          <dgm:dir/>
          <dgm:resizeHandles val="exact"/>
        </dgm:presLayoutVars>
      </dgm:prSet>
      <dgm:spPr/>
    </dgm:pt>
    <dgm:pt modelId="{46CA6CB6-1FF2-440C-8DA7-E199E15E91E0}" type="pres">
      <dgm:prSet presAssocID="{4B667F1B-69D8-4EB6-84C5-E6F026A425CC}" presName="dummyMaxCanvas" presStyleCnt="0">
        <dgm:presLayoutVars/>
      </dgm:prSet>
      <dgm:spPr/>
    </dgm:pt>
    <dgm:pt modelId="{2CE78B26-C5CB-44B8-B062-B9E6513555B4}" type="pres">
      <dgm:prSet presAssocID="{4B667F1B-69D8-4EB6-84C5-E6F026A425CC}" presName="ThreeNodes_1" presStyleLbl="node1" presStyleIdx="0" presStyleCnt="3">
        <dgm:presLayoutVars>
          <dgm:bulletEnabled val="1"/>
        </dgm:presLayoutVars>
      </dgm:prSet>
      <dgm:spPr/>
    </dgm:pt>
    <dgm:pt modelId="{90AF4AEC-F3AD-4916-BB5E-9F7037D04F71}" type="pres">
      <dgm:prSet presAssocID="{4B667F1B-69D8-4EB6-84C5-E6F026A425CC}" presName="ThreeNodes_2" presStyleLbl="node1" presStyleIdx="1" presStyleCnt="3">
        <dgm:presLayoutVars>
          <dgm:bulletEnabled val="1"/>
        </dgm:presLayoutVars>
      </dgm:prSet>
      <dgm:spPr/>
    </dgm:pt>
    <dgm:pt modelId="{A6BE0995-BB5F-4AF1-B217-19DBF378E25E}" type="pres">
      <dgm:prSet presAssocID="{4B667F1B-69D8-4EB6-84C5-E6F026A425CC}" presName="ThreeNodes_3" presStyleLbl="node1" presStyleIdx="2" presStyleCnt="3">
        <dgm:presLayoutVars>
          <dgm:bulletEnabled val="1"/>
        </dgm:presLayoutVars>
      </dgm:prSet>
      <dgm:spPr/>
    </dgm:pt>
    <dgm:pt modelId="{848DD16A-71DD-4C67-A2B4-D3C3D7F0A735}" type="pres">
      <dgm:prSet presAssocID="{4B667F1B-69D8-4EB6-84C5-E6F026A425CC}" presName="ThreeConn_1-2" presStyleLbl="fgAccFollowNode1" presStyleIdx="0" presStyleCnt="2">
        <dgm:presLayoutVars>
          <dgm:bulletEnabled val="1"/>
        </dgm:presLayoutVars>
      </dgm:prSet>
      <dgm:spPr/>
    </dgm:pt>
    <dgm:pt modelId="{D07C1C94-138B-4042-ACA4-DE607CBEA318}" type="pres">
      <dgm:prSet presAssocID="{4B667F1B-69D8-4EB6-84C5-E6F026A425CC}" presName="ThreeConn_2-3" presStyleLbl="fgAccFollowNode1" presStyleIdx="1" presStyleCnt="2">
        <dgm:presLayoutVars>
          <dgm:bulletEnabled val="1"/>
        </dgm:presLayoutVars>
      </dgm:prSet>
      <dgm:spPr/>
    </dgm:pt>
    <dgm:pt modelId="{7C8E539A-64D3-4150-B0E2-E7CBEA55EDD3}" type="pres">
      <dgm:prSet presAssocID="{4B667F1B-69D8-4EB6-84C5-E6F026A425CC}" presName="ThreeNodes_1_text" presStyleLbl="node1" presStyleIdx="2" presStyleCnt="3">
        <dgm:presLayoutVars>
          <dgm:bulletEnabled val="1"/>
        </dgm:presLayoutVars>
      </dgm:prSet>
      <dgm:spPr/>
    </dgm:pt>
    <dgm:pt modelId="{A7775A71-48C9-4584-9686-D14624A5ABCA}" type="pres">
      <dgm:prSet presAssocID="{4B667F1B-69D8-4EB6-84C5-E6F026A425CC}" presName="ThreeNodes_2_text" presStyleLbl="node1" presStyleIdx="2" presStyleCnt="3">
        <dgm:presLayoutVars>
          <dgm:bulletEnabled val="1"/>
        </dgm:presLayoutVars>
      </dgm:prSet>
      <dgm:spPr/>
    </dgm:pt>
    <dgm:pt modelId="{458DBDD6-3315-40F9-A1BF-1B35191A1AEA}" type="pres">
      <dgm:prSet presAssocID="{4B667F1B-69D8-4EB6-84C5-E6F026A425C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596631D-B3B7-4878-993C-840C49175DF7}" type="presOf" srcId="{80106593-2AC2-494E-97C1-8EC38CAA582C}" destId="{90AF4AEC-F3AD-4916-BB5E-9F7037D04F71}" srcOrd="0" destOrd="0" presId="urn:microsoft.com/office/officeart/2005/8/layout/vProcess5"/>
    <dgm:cxn modelId="{45956856-8989-4943-AE3B-DB0D8FAE4BF8}" srcId="{4B667F1B-69D8-4EB6-84C5-E6F026A425CC}" destId="{35726417-3996-4B58-B830-A39C784D5932}" srcOrd="2" destOrd="0" parTransId="{8CA0DFA6-5CD6-4CA7-BE3B-4F037B4D8BE8}" sibTransId="{57498B80-4BDB-4B5D-A84B-E02D15B781FA}"/>
    <dgm:cxn modelId="{83175776-11DC-4EC9-832B-40F2EB425126}" srcId="{4B667F1B-69D8-4EB6-84C5-E6F026A425CC}" destId="{09F3B9AB-2B66-474F-8268-D6A11C7798AF}" srcOrd="0" destOrd="0" parTransId="{86D9EDFA-C8E8-4D3B-85FE-3DC2397A852A}" sibTransId="{ED88785F-F404-4C91-A3C2-D8BF55D51248}"/>
    <dgm:cxn modelId="{0C09AB87-DA79-47CE-A28D-6AE30F7BE311}" type="presOf" srcId="{3D393FAB-5050-47EE-AA0D-E9F78EB03A0C}" destId="{D07C1C94-138B-4042-ACA4-DE607CBEA318}" srcOrd="0" destOrd="0" presId="urn:microsoft.com/office/officeart/2005/8/layout/vProcess5"/>
    <dgm:cxn modelId="{23615591-3859-4A61-9D85-424B9B13334B}" srcId="{4B667F1B-69D8-4EB6-84C5-E6F026A425CC}" destId="{80106593-2AC2-494E-97C1-8EC38CAA582C}" srcOrd="1" destOrd="0" parTransId="{C3BE9735-D113-452B-B079-ED544EBD10BF}" sibTransId="{3D393FAB-5050-47EE-AA0D-E9F78EB03A0C}"/>
    <dgm:cxn modelId="{3F9FD291-FA4A-4158-B2DA-5AAA04B4F58E}" type="presOf" srcId="{4B667F1B-69D8-4EB6-84C5-E6F026A425CC}" destId="{1BE49A92-130D-405A-BD52-219BCEBF3256}" srcOrd="0" destOrd="0" presId="urn:microsoft.com/office/officeart/2005/8/layout/vProcess5"/>
    <dgm:cxn modelId="{340EE49F-AF8F-48A0-B791-04D7B8FAA706}" type="presOf" srcId="{ED88785F-F404-4C91-A3C2-D8BF55D51248}" destId="{848DD16A-71DD-4C67-A2B4-D3C3D7F0A735}" srcOrd="0" destOrd="0" presId="urn:microsoft.com/office/officeart/2005/8/layout/vProcess5"/>
    <dgm:cxn modelId="{127A30AA-ED16-4D7C-8FDD-4F08CC6EE256}" type="presOf" srcId="{35726417-3996-4B58-B830-A39C784D5932}" destId="{458DBDD6-3315-40F9-A1BF-1B35191A1AEA}" srcOrd="1" destOrd="0" presId="urn:microsoft.com/office/officeart/2005/8/layout/vProcess5"/>
    <dgm:cxn modelId="{06FDB1B7-ADDE-4E6F-8580-CC9F5F7EC412}" type="presOf" srcId="{09F3B9AB-2B66-474F-8268-D6A11C7798AF}" destId="{2CE78B26-C5CB-44B8-B062-B9E6513555B4}" srcOrd="0" destOrd="0" presId="urn:microsoft.com/office/officeart/2005/8/layout/vProcess5"/>
    <dgm:cxn modelId="{04FF5FC0-92CF-4AB0-B8DD-7E526B5CC241}" type="presOf" srcId="{09F3B9AB-2B66-474F-8268-D6A11C7798AF}" destId="{7C8E539A-64D3-4150-B0E2-E7CBEA55EDD3}" srcOrd="1" destOrd="0" presId="urn:microsoft.com/office/officeart/2005/8/layout/vProcess5"/>
    <dgm:cxn modelId="{6C040AED-DC05-426B-8536-B07489F9CA43}" type="presOf" srcId="{80106593-2AC2-494E-97C1-8EC38CAA582C}" destId="{A7775A71-48C9-4584-9686-D14624A5ABCA}" srcOrd="1" destOrd="0" presId="urn:microsoft.com/office/officeart/2005/8/layout/vProcess5"/>
    <dgm:cxn modelId="{77775EF9-9C9A-4FBB-901E-EBA219662A68}" type="presOf" srcId="{35726417-3996-4B58-B830-A39C784D5932}" destId="{A6BE0995-BB5F-4AF1-B217-19DBF378E25E}" srcOrd="0" destOrd="0" presId="urn:microsoft.com/office/officeart/2005/8/layout/vProcess5"/>
    <dgm:cxn modelId="{B321A947-622E-4C3C-9221-F1403A3632F0}" type="presParOf" srcId="{1BE49A92-130D-405A-BD52-219BCEBF3256}" destId="{46CA6CB6-1FF2-440C-8DA7-E199E15E91E0}" srcOrd="0" destOrd="0" presId="urn:microsoft.com/office/officeart/2005/8/layout/vProcess5"/>
    <dgm:cxn modelId="{361A2E53-A914-4796-A624-9AD80C60B4CE}" type="presParOf" srcId="{1BE49A92-130D-405A-BD52-219BCEBF3256}" destId="{2CE78B26-C5CB-44B8-B062-B9E6513555B4}" srcOrd="1" destOrd="0" presId="urn:microsoft.com/office/officeart/2005/8/layout/vProcess5"/>
    <dgm:cxn modelId="{870257C8-0DEE-4671-BDCE-B799934D031E}" type="presParOf" srcId="{1BE49A92-130D-405A-BD52-219BCEBF3256}" destId="{90AF4AEC-F3AD-4916-BB5E-9F7037D04F71}" srcOrd="2" destOrd="0" presId="urn:microsoft.com/office/officeart/2005/8/layout/vProcess5"/>
    <dgm:cxn modelId="{E466325F-E6DF-47CA-93AB-2BD23C6CF9C5}" type="presParOf" srcId="{1BE49A92-130D-405A-BD52-219BCEBF3256}" destId="{A6BE0995-BB5F-4AF1-B217-19DBF378E25E}" srcOrd="3" destOrd="0" presId="urn:microsoft.com/office/officeart/2005/8/layout/vProcess5"/>
    <dgm:cxn modelId="{83F6FBEF-EB19-4290-BD46-A93B007D3A8B}" type="presParOf" srcId="{1BE49A92-130D-405A-BD52-219BCEBF3256}" destId="{848DD16A-71DD-4C67-A2B4-D3C3D7F0A735}" srcOrd="4" destOrd="0" presId="urn:microsoft.com/office/officeart/2005/8/layout/vProcess5"/>
    <dgm:cxn modelId="{C008B946-C002-4814-87F6-47D1F46E670F}" type="presParOf" srcId="{1BE49A92-130D-405A-BD52-219BCEBF3256}" destId="{D07C1C94-138B-4042-ACA4-DE607CBEA318}" srcOrd="5" destOrd="0" presId="urn:microsoft.com/office/officeart/2005/8/layout/vProcess5"/>
    <dgm:cxn modelId="{E79933F0-712D-464E-8827-82ED45025729}" type="presParOf" srcId="{1BE49A92-130D-405A-BD52-219BCEBF3256}" destId="{7C8E539A-64D3-4150-B0E2-E7CBEA55EDD3}" srcOrd="6" destOrd="0" presId="urn:microsoft.com/office/officeart/2005/8/layout/vProcess5"/>
    <dgm:cxn modelId="{DDDCF125-F217-4809-8EE4-A0A3E9EC26F6}" type="presParOf" srcId="{1BE49A92-130D-405A-BD52-219BCEBF3256}" destId="{A7775A71-48C9-4584-9686-D14624A5ABCA}" srcOrd="7" destOrd="0" presId="urn:microsoft.com/office/officeart/2005/8/layout/vProcess5"/>
    <dgm:cxn modelId="{16F70D28-0F3D-4A21-A8A9-C3E690EE99E9}" type="presParOf" srcId="{1BE49A92-130D-405A-BD52-219BCEBF3256}" destId="{458DBDD6-3315-40F9-A1BF-1B35191A1AE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78B26-C5CB-44B8-B062-B9E6513555B4}">
      <dsp:nvSpPr>
        <dsp:cNvPr id="0" name=""/>
        <dsp:cNvSpPr/>
      </dsp:nvSpPr>
      <dsp:spPr>
        <a:xfrm>
          <a:off x="0" y="0"/>
          <a:ext cx="5482364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Regeln und Strategie</a:t>
          </a:r>
          <a:endParaRPr lang="en-US" sz="3700" kern="1200" dirty="0"/>
        </a:p>
      </dsp:txBody>
      <dsp:txXfrm>
        <a:off x="38234" y="38234"/>
        <a:ext cx="4073733" cy="1228933"/>
      </dsp:txXfrm>
    </dsp:sp>
    <dsp:sp modelId="{90AF4AEC-F3AD-4916-BB5E-9F7037D04F71}">
      <dsp:nvSpPr>
        <dsp:cNvPr id="0" name=""/>
        <dsp:cNvSpPr/>
      </dsp:nvSpPr>
      <dsp:spPr>
        <a:xfrm>
          <a:off x="483737" y="1522968"/>
          <a:ext cx="5482364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/>
            <a:t>Spielphase</a:t>
          </a:r>
          <a:endParaRPr lang="en-US" sz="3700" kern="1200"/>
        </a:p>
      </dsp:txBody>
      <dsp:txXfrm>
        <a:off x="521971" y="1561202"/>
        <a:ext cx="4073647" cy="1228933"/>
      </dsp:txXfrm>
    </dsp:sp>
    <dsp:sp modelId="{A6BE0995-BB5F-4AF1-B217-19DBF378E25E}">
      <dsp:nvSpPr>
        <dsp:cNvPr id="0" name=""/>
        <dsp:cNvSpPr/>
      </dsp:nvSpPr>
      <dsp:spPr>
        <a:xfrm>
          <a:off x="967475" y="3045936"/>
          <a:ext cx="5482364" cy="13054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/>
            <a:t>Siegerermittlung und Reflexion</a:t>
          </a:r>
          <a:endParaRPr lang="en-US" sz="3700" kern="1200"/>
        </a:p>
      </dsp:txBody>
      <dsp:txXfrm>
        <a:off x="1005709" y="3084170"/>
        <a:ext cx="4073647" cy="1228933"/>
      </dsp:txXfrm>
    </dsp:sp>
    <dsp:sp modelId="{848DD16A-71DD-4C67-A2B4-D3C3D7F0A735}">
      <dsp:nvSpPr>
        <dsp:cNvPr id="0" name=""/>
        <dsp:cNvSpPr/>
      </dsp:nvSpPr>
      <dsp:spPr>
        <a:xfrm>
          <a:off x="4633853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824768" y="989929"/>
        <a:ext cx="466680" cy="638504"/>
      </dsp:txXfrm>
    </dsp:sp>
    <dsp:sp modelId="{D07C1C94-138B-4042-ACA4-DE607CBEA318}">
      <dsp:nvSpPr>
        <dsp:cNvPr id="0" name=""/>
        <dsp:cNvSpPr/>
      </dsp:nvSpPr>
      <dsp:spPr>
        <a:xfrm>
          <a:off x="5117591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308506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90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59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30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43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67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66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1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34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93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07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670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6386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553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594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90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086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869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F8D95-D61E-44BE-B883-51C23EEB83F0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4A959-F192-4A8E-BE37-BAB1AD0626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969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23EA1B6-9A64-5A90-C0FD-F998CFA753F4}"/>
              </a:ext>
            </a:extLst>
          </p:cNvPr>
          <p:cNvSpPr/>
          <p:nvPr/>
        </p:nvSpPr>
        <p:spPr>
          <a:xfrm>
            <a:off x="1026814" y="64852"/>
            <a:ext cx="4320000" cy="2160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  <a:p>
            <a:pPr algn="ctr"/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234848B-5E23-709E-92DF-40023343C9AD}"/>
              </a:ext>
            </a:extLst>
          </p:cNvPr>
          <p:cNvSpPr/>
          <p:nvPr/>
        </p:nvSpPr>
        <p:spPr>
          <a:xfrm>
            <a:off x="7019939" y="64852"/>
            <a:ext cx="4320000" cy="2160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89D364-BDA1-F365-E8EE-FC14CB9CF476}"/>
              </a:ext>
            </a:extLst>
          </p:cNvPr>
          <p:cNvSpPr/>
          <p:nvPr/>
        </p:nvSpPr>
        <p:spPr>
          <a:xfrm>
            <a:off x="1026814" y="2349000"/>
            <a:ext cx="4320000" cy="2160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  <a:p>
            <a:pPr algn="ctr"/>
            <a:endParaRPr lang="de-DE" sz="24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FE54DF9-6AF7-DC46-AD73-A9811D174494}"/>
              </a:ext>
            </a:extLst>
          </p:cNvPr>
          <p:cNvSpPr/>
          <p:nvPr/>
        </p:nvSpPr>
        <p:spPr>
          <a:xfrm>
            <a:off x="7019939" y="2349000"/>
            <a:ext cx="4320000" cy="2160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20A77C0-ED3B-A037-DBA6-F8FACC0DA1CE}"/>
              </a:ext>
            </a:extLst>
          </p:cNvPr>
          <p:cNvSpPr/>
          <p:nvPr/>
        </p:nvSpPr>
        <p:spPr>
          <a:xfrm>
            <a:off x="1026814" y="4633148"/>
            <a:ext cx="4320000" cy="2160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71836CD-14F3-8E85-208D-BA51B3490A7E}"/>
              </a:ext>
            </a:extLst>
          </p:cNvPr>
          <p:cNvSpPr/>
          <p:nvPr/>
        </p:nvSpPr>
        <p:spPr>
          <a:xfrm>
            <a:off x="7019939" y="4633148"/>
            <a:ext cx="4320000" cy="2160000"/>
          </a:xfrm>
          <a:prstGeom prst="rect">
            <a:avLst/>
          </a:prstGeom>
          <a:solidFill>
            <a:srgbClr val="E61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  <a:p>
            <a:pPr algn="ctr"/>
            <a:endParaRPr lang="de-DE" sz="2400" dirty="0"/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Max</a:t>
            </a:r>
          </a:p>
          <a:p>
            <a:pPr algn="ctr"/>
            <a:r>
              <a:rPr lang="de-DE" sz="2400" dirty="0"/>
              <a:t>Moritz</a:t>
            </a:r>
          </a:p>
          <a:p>
            <a:pPr algn="ctr"/>
            <a:r>
              <a:rPr lang="de-DE" sz="2400" dirty="0"/>
              <a:t>Maria</a:t>
            </a:r>
          </a:p>
          <a:p>
            <a:pPr algn="ctr"/>
            <a:endParaRPr lang="de-DE" sz="2400" dirty="0"/>
          </a:p>
          <a:p>
            <a:pPr algn="ctr"/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48256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ADE47-F996-9350-66A3-D07C28796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1" y="168826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Capture </a:t>
            </a:r>
            <a:r>
              <a:rPr lang="de-DE" sz="4000" dirty="0" err="1">
                <a:solidFill>
                  <a:schemeClr val="tx2"/>
                </a:solidFill>
              </a:rPr>
              <a:t>the</a:t>
            </a:r>
            <a:r>
              <a:rPr lang="de-DE" sz="4000" dirty="0">
                <a:solidFill>
                  <a:schemeClr val="tx2"/>
                </a:solidFill>
              </a:rPr>
              <a:t> </a:t>
            </a:r>
            <a:r>
              <a:rPr lang="de-DE" sz="4000" dirty="0" err="1">
                <a:solidFill>
                  <a:schemeClr val="tx2"/>
                </a:solidFill>
              </a:rPr>
              <a:t>Flag</a:t>
            </a:r>
            <a:endParaRPr lang="de-DE" sz="4000" dirty="0">
              <a:solidFill>
                <a:schemeClr val="tx2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7CDE4D-B6E9-065B-0209-883720DCE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2229" y="2793016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de-DE" dirty="0"/>
              <a:t>Name Des Aufgabenzettel</a:t>
            </a:r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Kennzeichen">
            <a:extLst>
              <a:ext uri="{FF2B5EF4-FFF2-40B4-BE49-F238E27FC236}">
                <a16:creationId xmlns:a16="http://schemas.microsoft.com/office/drawing/2014/main" id="{D8D94563-9ED3-303E-CF65-83BDD2231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9880" y="1141552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675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47E20-93E7-E202-6F47-8790E51C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</a:t>
            </a:r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E66F7AAD-F52A-8D80-6106-20F41927B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213806"/>
              </p:ext>
            </p:extLst>
          </p:nvPr>
        </p:nvGraphicFramePr>
        <p:xfrm>
          <a:off x="838200" y="1825625"/>
          <a:ext cx="644984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E2B510F0-558C-7855-0D7F-B6DBC44F64A4}"/>
              </a:ext>
            </a:extLst>
          </p:cNvPr>
          <p:cNvSpPr txBox="1"/>
          <p:nvPr/>
        </p:nvSpPr>
        <p:spPr>
          <a:xfrm>
            <a:off x="9322051" y="1825625"/>
            <a:ext cx="2869949" cy="4167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3600" dirty="0"/>
              <a:t>5 Minuten</a:t>
            </a:r>
          </a:p>
          <a:p>
            <a:pPr>
              <a:lnSpc>
                <a:spcPct val="150000"/>
              </a:lnSpc>
            </a:pPr>
            <a:endParaRPr lang="de-DE" sz="3600" dirty="0"/>
          </a:p>
          <a:p>
            <a:pPr>
              <a:lnSpc>
                <a:spcPct val="150000"/>
              </a:lnSpc>
            </a:pPr>
            <a:r>
              <a:rPr lang="de-DE" sz="3600" dirty="0"/>
              <a:t>30 Minuten</a:t>
            </a:r>
          </a:p>
          <a:p>
            <a:pPr>
              <a:lnSpc>
                <a:spcPct val="150000"/>
              </a:lnSpc>
            </a:pPr>
            <a:endParaRPr lang="de-DE" sz="3600" dirty="0"/>
          </a:p>
          <a:p>
            <a:pPr>
              <a:lnSpc>
                <a:spcPct val="150000"/>
              </a:lnSpc>
            </a:pPr>
            <a:r>
              <a:rPr lang="de-DE" sz="3600" dirty="0"/>
              <a:t>10 Minuten</a:t>
            </a:r>
          </a:p>
        </p:txBody>
      </p:sp>
      <p:pic>
        <p:nvPicPr>
          <p:cNvPr id="6" name="Grafik 5" descr="Stoppuhr mit einfarbiger Füllung">
            <a:extLst>
              <a:ext uri="{FF2B5EF4-FFF2-40B4-BE49-F238E27FC236}">
                <a16:creationId xmlns:a16="http://schemas.microsoft.com/office/drawing/2014/main" id="{4F81CA46-1169-4C98-5A7F-EF0E64EB8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3309" y="97642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7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CC4D4-67DD-2496-32C5-6B6F895D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53A7E0-3FDB-4D6A-442F-7E0E2E89A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Teams lösen so viele Aufgaben wie möglich, um Flaggen von anderen Teams zu stehlen. </a:t>
            </a:r>
          </a:p>
          <a:p>
            <a:r>
              <a:rPr lang="de-DE" dirty="0"/>
              <a:t>Nach 30 Minuten werden die Flaggen gezählt und das Team mit der höchsten Gesamtpunktzahl gewinnt.</a:t>
            </a:r>
          </a:p>
        </p:txBody>
      </p:sp>
    </p:spTree>
    <p:extLst>
      <p:ext uri="{BB962C8B-B14F-4D97-AF65-F5344CB8AC3E}">
        <p14:creationId xmlns:p14="http://schemas.microsoft.com/office/powerpoint/2010/main" val="384663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409265-EEEA-0953-4723-96ED86B7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7E47C1-0037-2162-88BB-27F7805E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F2D445-60CD-C8EF-7373-63BD9A897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Teams lösen so viele Aufgaben wie möglich, um Flaggen von anderen Teams zu stehlen. </a:t>
            </a:r>
          </a:p>
          <a:p>
            <a:r>
              <a:rPr lang="de-DE" dirty="0"/>
              <a:t>Jede Flagge hat einen geheimen Punktwert zwischen 1 und 4 Punkten.</a:t>
            </a:r>
          </a:p>
          <a:p>
            <a:r>
              <a:rPr lang="de-DE" dirty="0"/>
              <a:t>Nach 30 Minuten werden die Punktwerte der Flaggen aufgedeckt, und das Team mit der höchsten Gesamtpunktzahl gewinnt.</a:t>
            </a:r>
          </a:p>
        </p:txBody>
      </p:sp>
    </p:spTree>
    <p:extLst>
      <p:ext uri="{BB962C8B-B14F-4D97-AF65-F5344CB8AC3E}">
        <p14:creationId xmlns:p14="http://schemas.microsoft.com/office/powerpoint/2010/main" val="325358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06F8-63AC-8982-5BBD-46FE80EB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3DFAC5-EAEC-4D08-A427-4F7813A6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Klauen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387991-8A94-0D3C-CA8C-76961EAA3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Jedes Team entscheidet selbst, welche und wie viele Aufgaben es gleichzeitig bearbeitet (EA, PA, GA). </a:t>
            </a:r>
          </a:p>
          <a:p>
            <a:r>
              <a:rPr lang="de-DE" sz="2800" dirty="0"/>
              <a:t>Lösungskontrolle erfolgt durch Selbstüberprüfung mit der bereitgestellten Lösungs-HTML. Bei einer richtigen Lösung muss das Team sofort Flaggen von anderen Teams klauen.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64402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2BD3-6522-8C5E-CB2E-EE4FC8C0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0D54B-256C-9488-AD87-6CEB9A9C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Schwierigkeit - </a:t>
            </a:r>
            <a:r>
              <a:rPr lang="de-DE" dirty="0" err="1"/>
              <a:t>flaggenanzahl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C1DBEC-7E1F-9857-B220-16E153C50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800" dirty="0"/>
              <a:t>Jeder Teilaufgabe ist eine Schwierigkeit zugeordnet, welche in der Lösungs-HTML zu erkennen ist.</a:t>
            </a:r>
          </a:p>
          <a:p>
            <a:r>
              <a:rPr lang="de-DE" sz="2800" dirty="0"/>
              <a:t>Von einfacher zu herausfordernder ist die Reihenfolge:</a:t>
            </a:r>
            <a:br>
              <a:rPr lang="de-DE" sz="2800" dirty="0"/>
            </a:br>
            <a:r>
              <a:rPr lang="de-DE" sz="2800" dirty="0"/>
              <a:t>			Brise - Wind - Sturm </a:t>
            </a:r>
          </a:p>
          <a:p>
            <a:r>
              <a:rPr lang="de-DE" sz="2800" dirty="0"/>
              <a:t>Nach dem Lösen einer Aufgabe erscheint die Anzahl an Flaggen, die geklaut werden dürfen, je größer die Schwierigkeit umso mehr Flaggen. 				Von 1 bis 3 Flaggen.</a:t>
            </a:r>
          </a:p>
        </p:txBody>
      </p:sp>
    </p:spTree>
    <p:extLst>
      <p:ext uri="{BB962C8B-B14F-4D97-AF65-F5344CB8AC3E}">
        <p14:creationId xmlns:p14="http://schemas.microsoft.com/office/powerpoint/2010/main" val="404675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F1FB-768D-5179-7C03-B68A02FC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54EB1-3E9F-4D75-1839-AA96111C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Konsequenzen bei Regelverstößen!</a:t>
            </a:r>
          </a:p>
        </p:txBody>
      </p:sp>
      <p:graphicFrame>
        <p:nvGraphicFramePr>
          <p:cNvPr id="12" name="Inhaltsplatzhalter 11">
            <a:extLst>
              <a:ext uri="{FF2B5EF4-FFF2-40B4-BE49-F238E27FC236}">
                <a16:creationId xmlns:a16="http://schemas.microsoft.com/office/drawing/2014/main" id="{82EA4DF5-2942-6C67-76E5-41B4BE174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649260"/>
              </p:ext>
            </p:extLst>
          </p:nvPr>
        </p:nvGraphicFramePr>
        <p:xfrm>
          <a:off x="1141413" y="2249488"/>
          <a:ext cx="9906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104935606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9359394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Regelverstoß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Konsequenzen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729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Rennen oder Laufen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Das Team verliert 1 Flagge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72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Stören anderer Teams (z. B. laut sein, abschreiben)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Das Team verliert 1 Flagge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0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Unehrliche Selbstkontrolle oder Betrug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Das Team verliert 3 Flaggen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04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Mehr Flaggen klauen als erlaubt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Geklaute Flaggen müssen zurückgelegt werden, dazu verliert das Team 1 eigene Flagge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5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Eigene Flaggen verstecken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Das Team verliert sämtliche versteckten Flaggen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4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Mehrere Lösungen gleichzeitig „einlösen“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Nur die erste „Belohnung“ zählt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6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4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0775-3D9D-9459-C723-A39C71C0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0AD4F2-1EF0-0DF3-87DD-66981744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Hilfe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C13BC-69CA-A1F9-1D1F-D3601CAD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Für den Einsatz </a:t>
            </a:r>
            <a:r>
              <a:rPr lang="de-DE" b="1" dirty="0"/>
              <a:t>einer Flagge</a:t>
            </a:r>
            <a:r>
              <a:rPr lang="de-DE" dirty="0"/>
              <a:t> können Teams meine Hilfe in Anspruch nehmen, wenn sie Verständnisschwierigkeiten haben.</a:t>
            </a:r>
            <a:br>
              <a:rPr lang="de-DE" dirty="0"/>
            </a:br>
            <a:r>
              <a:rPr lang="de-DE" dirty="0"/>
              <a:t>Ich gebe gezielte Hinweise oder erkläre einen Rechenschritt – aber keine vollständige Lösung!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52728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103B-9608-8BCE-C13F-61B063B0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0E545-FDF7-50FB-FF10-2140EDD7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Strategie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205A11-723B-173D-E8FA-7669B7BAA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Überfliegt die Aufgaben und besprecht in der Gruppe eure Vorgehensweise. </a:t>
            </a:r>
          </a:p>
          <a:p>
            <a:r>
              <a:rPr lang="de-DE" dirty="0"/>
              <a:t>Lest die Aufgaben aufmerksam durch und besprecht in der Gruppe eure Vorgehensweise. Überlegt gemeinsam, wer welche Aufgabe übernimmt – einzeln oder im Team.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17333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065F-977F-F1AE-6F83-57F574A5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E85ED-3DD4-F3C1-2400-96561940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758DD1-C549-7046-6506-24F44628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/>
              <a:t>Los geht’s!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77822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266C3-DE5F-9A5C-CB5D-F9393677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34662-5E9E-29EE-1D0A-692E0AFF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Punkte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80A0B-5954-932B-66AA-1FBB77CA2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Flaggen mit einem </a:t>
            </a:r>
            <a:r>
              <a:rPr lang="de-DE" sz="3200" dirty="0">
                <a:solidFill>
                  <a:srgbClr val="FF0000"/>
                </a:solidFill>
              </a:rPr>
              <a:t>K </a:t>
            </a:r>
            <a:r>
              <a:rPr lang="de-DE" sz="3200" dirty="0"/>
              <a:t>: </a:t>
            </a:r>
            <a:r>
              <a:rPr lang="de-DE" sz="3200" dirty="0">
                <a:solidFill>
                  <a:srgbClr val="FF0000"/>
                </a:solidFill>
              </a:rPr>
              <a:t>4</a:t>
            </a:r>
            <a:r>
              <a:rPr lang="de-DE" sz="3200" dirty="0"/>
              <a:t> Punkte</a:t>
            </a:r>
          </a:p>
          <a:p>
            <a:r>
              <a:rPr lang="de-DE" sz="3200" dirty="0"/>
              <a:t>Flaggen mit einem</a:t>
            </a:r>
            <a:r>
              <a:rPr lang="de-DE" sz="3200" dirty="0">
                <a:solidFill>
                  <a:srgbClr val="7030A0"/>
                </a:solidFill>
              </a:rPr>
              <a:t> L </a:t>
            </a:r>
            <a:r>
              <a:rPr lang="de-DE" sz="3200" dirty="0"/>
              <a:t>: </a:t>
            </a:r>
            <a:r>
              <a:rPr lang="de-DE" sz="3200" dirty="0">
                <a:solidFill>
                  <a:srgbClr val="7030A0"/>
                </a:solidFill>
              </a:rPr>
              <a:t>3</a:t>
            </a:r>
            <a:r>
              <a:rPr lang="de-DE" sz="3200" dirty="0"/>
              <a:t> Punkt</a:t>
            </a:r>
          </a:p>
          <a:p>
            <a:r>
              <a:rPr lang="de-DE" sz="3200" dirty="0"/>
              <a:t>Flaggen mit einem </a:t>
            </a:r>
            <a:r>
              <a:rPr lang="de-DE" sz="3200" dirty="0">
                <a:solidFill>
                  <a:srgbClr val="FFFF00"/>
                </a:solidFill>
              </a:rPr>
              <a:t>A </a:t>
            </a:r>
            <a:r>
              <a:rPr lang="de-DE" sz="3200" dirty="0"/>
              <a:t>: </a:t>
            </a:r>
            <a:r>
              <a:rPr lang="de-DE" sz="3200" dirty="0">
                <a:solidFill>
                  <a:srgbClr val="FFFF00"/>
                </a:solidFill>
              </a:rPr>
              <a:t>2</a:t>
            </a:r>
            <a:r>
              <a:rPr lang="de-DE" sz="3200" dirty="0"/>
              <a:t> Punkte</a:t>
            </a:r>
          </a:p>
          <a:p>
            <a:r>
              <a:rPr lang="de-DE" sz="3200" dirty="0"/>
              <a:t>Flaggen mit einem </a:t>
            </a:r>
            <a:r>
              <a:rPr lang="de-DE" sz="3200" dirty="0">
                <a:solidFill>
                  <a:schemeClr val="accent2"/>
                </a:solidFill>
              </a:rPr>
              <a:t>F </a:t>
            </a:r>
            <a:r>
              <a:rPr lang="de-DE" sz="3200" dirty="0"/>
              <a:t>: </a:t>
            </a:r>
            <a:r>
              <a:rPr lang="de-DE" sz="3200" dirty="0">
                <a:solidFill>
                  <a:schemeClr val="accent2"/>
                </a:solidFill>
              </a:rPr>
              <a:t>1</a:t>
            </a:r>
            <a:r>
              <a:rPr lang="de-DE" sz="3200" dirty="0"/>
              <a:t> Punkte</a:t>
            </a:r>
          </a:p>
        </p:txBody>
      </p:sp>
    </p:spTree>
    <p:extLst>
      <p:ext uri="{BB962C8B-B14F-4D97-AF65-F5344CB8AC3E}">
        <p14:creationId xmlns:p14="http://schemas.microsoft.com/office/powerpoint/2010/main" val="686899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Schaltkreis</Template>
  <TotalTime>0</TotalTime>
  <Words>426</Words>
  <Application>Microsoft Office PowerPoint</Application>
  <PresentationFormat>Breitbild</PresentationFormat>
  <Paragraphs>80</Paragraphs>
  <Slides>12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Tw Cen MT</vt:lpstr>
      <vt:lpstr>Schaltkreis</vt:lpstr>
      <vt:lpstr>PowerPoint-Präsentation</vt:lpstr>
      <vt:lpstr>Capture the Flag</vt:lpstr>
      <vt:lpstr>Phasen</vt:lpstr>
      <vt:lpstr>Ziel</vt:lpstr>
      <vt:lpstr>Ziel</vt:lpstr>
      <vt:lpstr>Klauen</vt:lpstr>
      <vt:lpstr>Schwierigkeit - flaggenanzahl</vt:lpstr>
      <vt:lpstr>Konsequenzen bei Regelverstößen!</vt:lpstr>
      <vt:lpstr>Hilfe</vt:lpstr>
      <vt:lpstr>Strategie</vt:lpstr>
      <vt:lpstr>Spiel</vt:lpstr>
      <vt:lpstr>Punkte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112Wsz</dc:creator>
  <cp:lastModifiedBy>112Wsz</cp:lastModifiedBy>
  <cp:revision>4</cp:revision>
  <dcterms:created xsi:type="dcterms:W3CDTF">2025-02-08T10:51:38Z</dcterms:created>
  <dcterms:modified xsi:type="dcterms:W3CDTF">2026-05-18T14:48:58Z</dcterms:modified>
</cp:coreProperties>
</file>